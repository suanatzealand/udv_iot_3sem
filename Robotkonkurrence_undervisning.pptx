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ROBOTKONKURRENCE</a:t>
            </a:r>
          </a:p>
          <a:p>
            <a:pPr>
              <a:spcBef>
                <a:spcPts val="1200"/>
              </a:spcBef>
              <a:defRPr sz="2400">
                <a:solidFill>
                  <a:srgbClr val="CDDCF0"/>
                </a:solidFill>
              </a:defRPr>
            </a:pPr>
            <a:r>
              <a:t>Raspberry Pi • Python • IR-sensorer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886200"/>
            <a:ext cx="329184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069B4"/>
                </a:solidFill>
              </a:defRPr>
            </a:pPr>
            <a:r>
              <a:t>BYG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Saml robotten og tilslut delene.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3886200"/>
            <a:ext cx="329184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C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C915F"/>
                </a:solidFill>
              </a:defRPr>
            </a:pPr>
            <a:r>
              <a:t>PROGRAMMÉR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Få robotten til at følge banen.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3886200"/>
            <a:ext cx="329184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E1872D"/>
                </a:solidFill>
              </a:defRPr>
            </a:pPr>
            <a:r>
              <a:t>KONKURRÉR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3 omgange – mål tiden.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Dagens mål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Når vi er færdige, har I arbejdet med hele processen fra bygning til konkurrence.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Bygge en robot med Raspberry Pi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Styre 2 DC-motorer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Bruge IR-sensorer til at registrere banen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Programmere robotten i Python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Teste, fejlfinde og forbedre robotten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Måle og registrere omgangstider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Hvad skal robotten kunne?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233172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069B4"/>
                </a:solidFill>
              </a:defRPr>
            </a:pPr>
            <a:r>
              <a:t>IR-sensorer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</a:p>
        </p:txBody>
      </p:sp>
      <p:sp>
        <p:nvSpPr>
          <p:cNvPr id="5" name="Right Arrow 4"/>
          <p:cNvSpPr/>
          <p:nvPr/>
        </p:nvSpPr>
        <p:spPr>
          <a:xfrm>
            <a:off x="2999232" y="2423160"/>
            <a:ext cx="411480" cy="5029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2057400"/>
            <a:ext cx="233172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192337"/>
                </a:solidFill>
              </a:defRPr>
            </a:pPr>
            <a:r>
              <a:t>Raspberry Pi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</a:p>
        </p:txBody>
      </p:sp>
      <p:sp>
        <p:nvSpPr>
          <p:cNvPr id="7" name="Right Arrow 6"/>
          <p:cNvSpPr/>
          <p:nvPr/>
        </p:nvSpPr>
        <p:spPr>
          <a:xfrm>
            <a:off x="5788152" y="2423160"/>
            <a:ext cx="411480" cy="5029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233172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E1872D"/>
                </a:solidFill>
              </a:defRPr>
            </a:pPr>
            <a:r>
              <a:t>Motorstyring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</a:p>
        </p:txBody>
      </p:sp>
      <p:sp>
        <p:nvSpPr>
          <p:cNvPr id="9" name="Right Arrow 8"/>
          <p:cNvSpPr/>
          <p:nvPr/>
        </p:nvSpPr>
        <p:spPr>
          <a:xfrm>
            <a:off x="8577072" y="2423160"/>
            <a:ext cx="411480" cy="5029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2057400"/>
            <a:ext cx="233172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C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C915F"/>
                </a:solidFill>
              </a:defRPr>
            </a:pPr>
            <a:r>
              <a:t>2 DC-motorer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2A34"/>
                </a:solidFill>
              </a:defRPr>
            </a:pPr>
            <a:r>
              <a:t>Sort tape → sensor registrerer banen → Raspberry Pi beslutter → motorerne justerer retningen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Line follower – den grundlæggende idé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Sensorerne skal kunne registrere forskellen mellem banen og gulvet.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21031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1828800"/>
            <a:ext cx="192024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06240" y="1325880"/>
            <a:ext cx="960120" cy="96012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4160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A34"/>
                </a:solidFill>
              </a:defRPr>
            </a:pPr>
            <a:r>
              <a:t>Venstre sensor</a:t>
            </a:r>
          </a:p>
        </p:txBody>
      </p:sp>
      <p:sp>
        <p:nvSpPr>
          <p:cNvPr id="9" name="Oval 8"/>
          <p:cNvSpPr/>
          <p:nvPr/>
        </p:nvSpPr>
        <p:spPr>
          <a:xfrm>
            <a:off x="6903720" y="1325880"/>
            <a:ext cx="960120" cy="96012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60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A34"/>
                </a:solidFill>
              </a:defRPr>
            </a:pPr>
            <a:r>
              <a:t>Højre sensor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46320"/>
            <a:ext cx="297180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069B4"/>
                </a:solidFill>
              </a:defRPr>
            </a:pPr>
            <a:r>
              <a:t>Hvidt gulv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Sensoren registrerer ikke sort tape.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846320"/>
            <a:ext cx="297180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192337"/>
                </a:solidFill>
              </a:defRPr>
            </a:pPr>
            <a:r>
              <a:t>Sort tape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Sensoren registrerer banen.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846320"/>
            <a:ext cx="274320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C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C915F"/>
                </a:solidFill>
              </a:defRPr>
            </a:pPr>
            <a:r>
              <a:t>Målet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Robotten bliver på banen.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Trin 1 – Byg robotten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Start med hardware. Test først, når forbindelserne er på plads.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36192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Monter motorer og hjul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36192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Tilslut motorstyring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1554480"/>
            <a:ext cx="640080" cy="64008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36192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Tilslut IR-sensor(er)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56432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Tilslut Raspberry Pi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474720"/>
            <a:ext cx="640080" cy="64008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456432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Tilslut batteri/strøm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0" y="3474720"/>
            <a:ext cx="640080" cy="64008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56432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Tjek alle forbindelser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Trin 2 – Test motorerne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Test én funktion ad gangen.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13716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069B4"/>
                </a:solidFill>
              </a:defRPr>
            </a:pPr>
            <a:r>
              <a:t>Frem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Kan begge motorer køre frem?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291840" cy="13716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E1872D"/>
                </a:solidFill>
              </a:defRPr>
            </a:pPr>
            <a:r>
              <a:t>Tilbage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Kan begge motorer køre tilbage?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291840" cy="13716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C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C915F"/>
                </a:solidFill>
              </a:defRPr>
            </a:pPr>
            <a:r>
              <a:t>Individuelt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Kan venstre og højre motor styres separat?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92337"/>
                </a:solidFill>
              </a:defRPr>
            </a:pPr>
            <a:r>
              <a:t>Hvis motorerne ikke virker: STOP og find fejlen, før I går videre.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Trin 3 – Test sensorerne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Kan sensorerne registrere den sorte bane?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97180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069B4"/>
                </a:solidFill>
              </a:defRPr>
            </a:pPr>
            <a:r>
              <a:t>Test på hvidt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Placer sensoren over gulvet.</a:t>
            </a:r>
            <a:br/>
            <a:r>
              <a:t>Hvilken værdi får 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645920"/>
            <a:ext cx="297180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192337"/>
                </a:solidFill>
              </a:defRPr>
            </a:pPr>
            <a:r>
              <a:t>Test på sort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Placer sensoren over tapen.</a:t>
            </a:r>
            <a:br/>
            <a:r>
              <a:t>Hvilken værdi får 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45920"/>
            <a:ext cx="297180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C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C915F"/>
                </a:solidFill>
              </a:defRPr>
            </a:pPr>
            <a:r>
              <a:t>Sammenlign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Er der tydelig forskel på sort og hvid?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32A34"/>
                </a:solidFill>
              </a:defRPr>
            </a:pPr>
            <a:r>
              <a:t>Tip: Find sensorværdierne først – derefter kan programmet reagere på dem.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Trin 4 – Programmér robotten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Tænk i beslutninger: sensor →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241280" cy="3474720"/>
          </a:xfrm>
          <a:prstGeom prst="round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65960"/>
            <a:ext cx="94183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HVIS venstre sensor registrerer banen:</a:t>
            </a:r>
            <a:br/>
            <a:r>
              <a:t>    justér mod højre</a:t>
            </a:r>
            <a:br/>
            <a:br/>
            <a:r>
              <a:t>ELLERS HVIS højre sensor registrerer banen:</a:t>
            </a:r>
            <a:br/>
            <a:r>
              <a:t>    justér mod venstre</a:t>
            </a:r>
            <a:br/>
            <a:br/>
            <a:r>
              <a:t>ELLERS:</a:t>
            </a:r>
            <a:br/>
            <a:r>
              <a:t>    kør frem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0352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9737D"/>
                </a:solidFill>
              </a:defRPr>
            </a:pPr>
            <a:r>
              <a:t>Den konkrete Python-kode afhænger af jeres hardware og sensoropsætning.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Trin 5 – Test, fejlfind og forbedr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En god robot bliver til gennem flere testkørsler.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468880" cy="2057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069B4"/>
                </a:solidFill>
              </a:defRPr>
            </a:pPr>
            <a:r>
              <a:t>TEST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Kør robotten på banen.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90088" y="2514600"/>
            <a:ext cx="365760" cy="41148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468880" cy="2057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E1872D"/>
                </a:solidFill>
              </a:defRPr>
            </a:pPr>
            <a:r>
              <a:t>MÅL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Notér omgangstid og fejl.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70448" y="2514600"/>
            <a:ext cx="365760" cy="41148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2468880" cy="2057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C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C915F"/>
                </a:solidFill>
              </a:defRPr>
            </a:pPr>
            <a:r>
              <a:t>ÆNDR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Justér programmet eller robotten.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0808" y="2514600"/>
            <a:ext cx="365760" cy="41148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1828800"/>
            <a:ext cx="2468880" cy="2057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192337"/>
                </a:solidFill>
              </a:defRPr>
            </a:pPr>
            <a:r>
              <a:t>TEST IGEN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Se om ændringen hjælper.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192337"/>
                </a:solidFill>
              </a:defRPr>
            </a:pPr>
            <a:r>
              <a:t>Byg → Test → Mål → Ændr → Test igen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Registrér jeres resultater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Brug resultaterne til at forbedre robotten.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00200"/>
            <a:ext cx="1828800" cy="594360"/>
          </a:xfrm>
          <a:prstGeom prst="rect">
            <a:avLst/>
          </a:prstGeom>
          <a:solidFill>
            <a:srgbClr val="192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00200"/>
            <a:ext cx="2926080" cy="594360"/>
          </a:xfrm>
          <a:prstGeom prst="rect">
            <a:avLst/>
          </a:prstGeom>
          <a:solidFill>
            <a:srgbClr val="192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Omgangstid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00200"/>
            <a:ext cx="3657600" cy="594360"/>
          </a:xfrm>
          <a:prstGeom prst="rect">
            <a:avLst/>
          </a:prstGeom>
          <a:solidFill>
            <a:srgbClr val="192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Forlod banen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94560"/>
            <a:ext cx="1828800" cy="64008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94560"/>
            <a:ext cx="2926080" cy="64008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94560"/>
            <a:ext cx="3657600" cy="64008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gange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834639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34639"/>
            <a:ext cx="29260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834639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gange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474720"/>
            <a:ext cx="1828800" cy="64008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474720"/>
            <a:ext cx="2926080" cy="64008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474720"/>
            <a:ext cx="3657600" cy="64008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gange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11480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114800"/>
            <a:ext cx="29260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11480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A34"/>
                </a:solidFill>
              </a:defRPr>
            </a:pPr>
            <a:r>
              <a:t>____ gange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🏁 KONKURRENCEN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01752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069B4"/>
                </a:solidFill>
              </a:defRPr>
            </a:pPr>
            <a:r>
              <a:t>3 OMGANGE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Hver robot gennemfører 3 omgange.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01752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E1872D"/>
                </a:solidFill>
              </a:defRPr>
            </a:pPr>
            <a:r>
              <a:t>BLIV PÅ BANEN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Forlader robotten banen, er det forfra.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01752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C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2000" b="1">
                <a:solidFill>
                  <a:srgbClr val="3C915F"/>
                </a:solidFill>
              </a:defRPr>
            </a:pPr>
            <a:r>
              <a:t>MÅL TIDEN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Registrér tiden og sammenlign resultater.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Hvem får den hurtigste gennemførsel?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Inden I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Brug denne tjekliste ved bordet.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☐ Robotten er bygget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☐ Motorerne er testet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☐ Sensorerne registrerer banen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☐ Programmet kan køre robotten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☐ I har testet flere gange</a:t>
            </a:r>
          </a:p>
          <a:p>
            <a:pPr>
              <a:spcAft>
                <a:spcPts val="1200"/>
              </a:spcAft>
              <a:defRPr sz="2300">
                <a:solidFill>
                  <a:srgbClr val="232A34"/>
                </a:solidFill>
              </a:defRPr>
            </a:pPr>
            <a:r>
              <a:t>• ☐ I registrerer jeres resultater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3C915F"/>
                </a:solidFill>
              </a:defRPr>
            </a:pPr>
            <a:r>
              <a:t>Når alt er klar: TESTKØRSEL → KONKURRENCE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